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8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2D31"/>
    <a:srgbClr val="F386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3426" y="1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FFBC8-45D9-FB27-ABB3-4FC936B16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778ED1-3451-AC91-A184-A1D188CFF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7905A-2893-4384-8D5D-F1A49335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1BF1C-3143-443C-AE5E-6EF715346B8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66C2F-5CE9-81C5-E951-912BD4FB6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04EA0-07F3-E149-C339-E35CA42A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21D7-7CB4-41C9-AF18-954D8D1D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46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9EBB3-C13A-C953-0437-D8CFE517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5852D-6D84-FBF8-A0AB-4F7D7C0E6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A8A9F-0C4F-07C2-E08A-AE9DFDA8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1BF1C-3143-443C-AE5E-6EF715346B8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7AC82-6C33-93BB-F299-4E3FC45C9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340F2-844C-F481-7DD3-050A2DBB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21D7-7CB4-41C9-AF18-954D8D1D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956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93B2-269B-C556-CDFE-9FBF9AE5B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4223D-B8F3-D4DD-AAC8-30A9056F4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2E41D-059A-9A10-1B07-D49D11D39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1BF1C-3143-443C-AE5E-6EF715346B8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9CCD4-88A0-3C5D-8354-5D4C3C0A7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023F-81B5-A861-4C9B-76CB39C20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21D7-7CB4-41C9-AF18-954D8D1D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2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0469-2E57-CDE4-A0EF-9ADF84CA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4CC97-FEBF-C2BD-1E04-A55D0B10B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8530D-2425-BCF8-3214-772BD4A14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1E26B-CA10-E6FB-6024-3527A0A6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1BF1C-3143-443C-AE5E-6EF715346B8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6B02D-6FE2-1FCC-B9E3-D12DA0CF6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3260E-19AD-7E86-C179-3AFBD315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21D7-7CB4-41C9-AF18-954D8D1D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7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1AED1-C707-021A-6A39-B2587165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4BDD2-486C-AEFA-F974-84F158C4D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61FB1-DA0B-883B-12B9-94C8A51E8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EC89BE-5F11-F6A0-24FF-F43EDC3F4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63C6D-0671-2CDE-530F-0010F3F9F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52AF9C-E694-AF4A-03AA-502B7D5A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1BF1C-3143-443C-AE5E-6EF715346B8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88A773-E420-F2D5-0E30-320886E91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F860C-C521-2DFB-258C-7861F4574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21D7-7CB4-41C9-AF18-954D8D1D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255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5896-8491-6E1D-8760-D783BD7C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BC6B1B-4BD2-CD0B-8C90-8405DE8BF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1BF1C-3143-443C-AE5E-6EF715346B8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41963C-F935-19EE-7DAA-0ACD4AF42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A46AC-4C7B-C8DA-141E-E11447E6E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21D7-7CB4-41C9-AF18-954D8D1D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59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944E8E-62AD-96A9-77C3-50F39F06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1BF1C-3143-443C-AE5E-6EF715346B8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9121EE-99E3-631D-3D85-6BC8614BA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03C9F-48C1-F4FE-CEED-5A5D877E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21D7-7CB4-41C9-AF18-954D8D1D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1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6CF29-A8AE-4521-B83C-A41503CBF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EDA46-3682-0756-CEE9-F61C083CB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F5697-CF3E-99AE-3220-FB376037D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8051C-62E1-93D0-870C-C5E426951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1BF1C-3143-443C-AE5E-6EF715346B8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F3302-0B74-7F5B-BA16-83D11506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0D04A-BD32-A481-DE8B-448D9D986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21D7-7CB4-41C9-AF18-954D8D1D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69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5839-E0D9-6C39-9853-2BBEBFA56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186A01-D4E3-B789-A657-5473458471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D1FF1-6FC7-5130-AB14-BE3F10143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22817-0D99-3CA7-B469-80B2CE6D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1BF1C-3143-443C-AE5E-6EF715346B8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0B296-2C6F-EC56-3412-1182FFD35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7DE82-8110-6EFB-BECC-EEBC38D9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21D7-7CB4-41C9-AF18-954D8D1D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05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CDB8-1555-3C81-FB47-53DA1D0E6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08731-6741-61D4-CBBB-1BA874CAE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822F4-3535-1F5E-9D2B-3770F2CF3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1BF1C-3143-443C-AE5E-6EF715346B8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F8682-3E2C-D4F4-DAB7-283FF4EF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160E4-98FD-1FAF-4B8C-BEB62219F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21D7-7CB4-41C9-AF18-954D8D1D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39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476564-1531-C330-8ED9-4B2EE9546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FDF63-E264-4FD6-9A96-BD74D29ED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499CB-3EF4-E85C-21B9-5635DE9B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1BF1C-3143-443C-AE5E-6EF715346B8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3300-CAEA-8574-C20E-423818D8B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FEF3-1027-8538-9A6C-19F382E7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21D7-7CB4-41C9-AF18-954D8D1D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3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7B6823-9806-3F21-4779-CE79ED74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5556A-83D3-5D81-5A86-69AD7DAB9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8387B-4778-7922-12B4-97144B618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1BF1C-3143-443C-AE5E-6EF715346B8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1BDB9-ADBF-69F3-C912-0730CE64A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4ACA9-FECC-7013-9E14-385AA0233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CC21D7-7CB4-41C9-AF18-954D8D1D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76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8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F81106-0A23-83F3-BAB7-91FEC78BF6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32" r="22608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BF6ACC-FC85-164F-32C9-0E7690F2EF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226" y="528204"/>
            <a:ext cx="9663546" cy="483177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10E3B7-DD8E-FC14-32F6-03A27B00351A}"/>
              </a:ext>
            </a:extLst>
          </p:cNvPr>
          <p:cNvSpPr/>
          <p:nvPr/>
        </p:nvSpPr>
        <p:spPr>
          <a:xfrm>
            <a:off x="2352673" y="4902778"/>
            <a:ext cx="7486652" cy="914400"/>
          </a:xfrm>
          <a:prstGeom prst="roundRect">
            <a:avLst>
              <a:gd name="adj" fmla="val 1562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3D2D31"/>
                </a:solidFill>
                <a:latin typeface="+mj-lt"/>
                <a:cs typeface="Arial" panose="020B0604020202020204" pitchFamily="34" charset="0"/>
              </a:rPr>
              <a:t>Zero-Shot Classification</a:t>
            </a:r>
          </a:p>
          <a:p>
            <a:pPr algn="ctr"/>
            <a:r>
              <a:rPr lang="en-US" sz="4000" b="1" dirty="0">
                <a:solidFill>
                  <a:srgbClr val="3D2D31"/>
                </a:solidFill>
                <a:latin typeface="+mj-lt"/>
                <a:cs typeface="Arial" panose="020B0604020202020204" pitchFamily="34" charset="0"/>
              </a:rPr>
              <a:t>of Protein Binders</a:t>
            </a:r>
          </a:p>
        </p:txBody>
      </p:sp>
    </p:spTree>
    <p:extLst>
      <p:ext uri="{BB962C8B-B14F-4D97-AF65-F5344CB8AC3E}">
        <p14:creationId xmlns:p14="http://schemas.microsoft.com/office/powerpoint/2010/main" val="270306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DBE051-0D3B-7D27-D696-0236BAC69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Adaptyv</a:t>
            </a:r>
            <a:r>
              <a:rPr lang="en-US" dirty="0"/>
              <a:t> Binder - Qwen3.8-27B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5ECB11-2CF5-9F30-DF59-0DAD22877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77" y="1690688"/>
            <a:ext cx="5438775" cy="412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92935-A4D0-0851-8618-9FFEA6EAA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25" y="1690688"/>
            <a:ext cx="54864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9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3EFCA-95C3-2B83-9413-4353143EC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106CE3-D003-DFBD-6E2C-7E5B58D19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Adaptyv</a:t>
            </a:r>
            <a:r>
              <a:rPr lang="en-US" dirty="0"/>
              <a:t> Binder - Qwen3.6-35B-A3B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A3ED91-7E28-CC71-46A3-450B1C830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25" y="1690687"/>
            <a:ext cx="5486400" cy="4124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0D4A12-811D-5505-3E8C-27C113C1C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777" y="1690686"/>
            <a:ext cx="543877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013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CFAEF-E51F-77A9-206E-A92A7332C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D6C1DF-F430-9D42-1384-CA76AEBD2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Twist Binder - Qwen3.8-27B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CF49FC-6AE9-DEFB-3D0D-47A734D98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400" y="1690688"/>
            <a:ext cx="5438775" cy="4124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CB3308-3AF0-22A6-4BDA-F6BB8EB0F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25" y="1690688"/>
            <a:ext cx="5266954" cy="395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631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E8B72-FB71-387E-4610-37C309B14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A9B86E-D3EA-4717-ED37-94CFE2FC8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Twist Binder - Qwen3.6-35B-A3B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4FD5D-4587-44B4-8FE6-9CC4E813D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25" y="1690684"/>
            <a:ext cx="5486400" cy="412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3AC722-F5EA-50C3-0113-91BF909F7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400" y="1690684"/>
            <a:ext cx="543877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72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1233</TotalTime>
  <Words>21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Adaptyv Binder - Qwen3.8-27B</vt:lpstr>
      <vt:lpstr>Adaptyv Binder - Qwen3.6-35B-A3B</vt:lpstr>
      <vt:lpstr>Twist Binder - Qwen3.8-27B</vt:lpstr>
      <vt:lpstr>Twist Binder - Qwen3.6-35B-A3B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Colby Ford</dc:creator>
  <cp:lastModifiedBy>Colby Ford</cp:lastModifiedBy>
  <cp:revision>1</cp:revision>
  <dcterms:created xsi:type="dcterms:W3CDTF">2026-09-20T19:21:23Z</dcterms:created>
  <dcterms:modified xsi:type="dcterms:W3CDTF">2026-09-21T15:54:49Z</dcterms:modified>
</cp:coreProperties>
</file>